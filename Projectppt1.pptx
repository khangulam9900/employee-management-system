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1660CF-C144-41A2-8B4C-484010EBEC26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20B2F0-E6BB-4507-8956-83F828D9CD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7124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20B2F0-E6BB-4507-8956-83F828D9CD2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050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27870-FB2D-4580-A686-C8161D7672A8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37B15-11FC-463B-B003-BB95F22CFAE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27870-FB2D-4580-A686-C8161D7672A8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37B15-11FC-463B-B003-BB95F22CFAE4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27870-FB2D-4580-A686-C8161D7672A8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37B15-11FC-463B-B003-BB95F22CFAE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27870-FB2D-4580-A686-C8161D7672A8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37B15-11FC-463B-B003-BB95F22CFAE4}" type="slidenum">
              <a:rPr lang="en-IN" smtClean="0"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27870-FB2D-4580-A686-C8161D7672A8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37B15-11FC-463B-B003-BB95F22CFAE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27870-FB2D-4580-A686-C8161D7672A8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37B15-11FC-463B-B003-BB95F22CFAE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27870-FB2D-4580-A686-C8161D7672A8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37B15-11FC-463B-B003-BB95F22CFAE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27870-FB2D-4580-A686-C8161D7672A8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37B15-11FC-463B-B003-BB95F22CFAE4}" type="slidenum">
              <a:rPr lang="en-IN" smtClean="0"/>
              <a:t>‹#›</a:t>
            </a:fld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27870-FB2D-4580-A686-C8161D7672A8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37B15-11FC-463B-B003-BB95F22CFAE4}" type="slidenum">
              <a:rPr lang="en-IN" smtClean="0"/>
              <a:t>‹#›</a:t>
            </a:fld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27870-FB2D-4580-A686-C8161D7672A8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37B15-11FC-463B-B003-BB95F22CFAE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27870-FB2D-4580-A686-C8161D7672A8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37B15-11FC-463B-B003-BB95F22CFAE4}" type="slidenum">
              <a:rPr lang="en-IN" smtClean="0"/>
              <a:t>‹#›</a:t>
            </a:fld>
            <a:endParaRPr lang="en-IN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87227870-FB2D-4580-A686-C8161D7672A8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04537B15-11FC-463B-B003-BB95F22CFAE4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96753"/>
            <a:ext cx="7772400" cy="1944215"/>
          </a:xfrm>
        </p:spPr>
        <p:txBody>
          <a:bodyPr>
            <a:normAutofit fontScale="90000"/>
          </a:bodyPr>
          <a:lstStyle/>
          <a:p>
            <a:r>
              <a:rPr lang="en-US" sz="6000" b="1" dirty="0" smtClean="0">
                <a:solidFill>
                  <a:schemeClr val="accent6">
                    <a:lumMod val="75000"/>
                  </a:schemeClr>
                </a:solidFill>
                <a:latin typeface="Arial Black" pitchFamily="34" charset="0"/>
              </a:rPr>
              <a:t> 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Arial Black" pitchFamily="34" charset="0"/>
              </a:rPr>
              <a:t>Powerpoint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Arial Black" pitchFamily="34" charset="0"/>
              </a:rPr>
              <a:t> Representation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  <a:latin typeface="Arial Black" pitchFamily="34" charset="0"/>
              </a:rPr>
              <a:t/>
            </a:r>
            <a:br>
              <a:rPr lang="en-US" b="1" dirty="0" smtClean="0">
                <a:solidFill>
                  <a:schemeClr val="accent6">
                    <a:lumMod val="75000"/>
                  </a:schemeClr>
                </a:solidFill>
                <a:latin typeface="Arial Black" pitchFamily="34" charset="0"/>
              </a:rPr>
            </a:br>
            <a:r>
              <a:rPr lang="en-US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Arial Black" pitchFamily="34" charset="0"/>
              </a:rPr>
              <a:t>ON </a:t>
            </a:r>
            <a:br>
              <a:rPr lang="en-US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Arial Black" pitchFamily="34" charset="0"/>
              </a:rPr>
            </a:br>
            <a:r>
              <a:rPr lang="en-US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Arial Black" pitchFamily="34" charset="0"/>
              </a:rPr>
              <a:t>Student Report Card</a:t>
            </a:r>
            <a:endParaRPr lang="en-IN" b="1" dirty="0">
              <a:solidFill>
                <a:schemeClr val="accent5">
                  <a:lumMod val="60000"/>
                  <a:lumOff val="40000"/>
                </a:schemeClr>
              </a:solidFill>
              <a:latin typeface="Arial Black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95936" y="5013176"/>
            <a:ext cx="4824536" cy="72008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tx2">
                    <a:lumMod val="50000"/>
                  </a:schemeClr>
                </a:solidFill>
                <a:latin typeface="Arial Black" pitchFamily="34" charset="0"/>
              </a:rPr>
              <a:t>          </a:t>
            </a:r>
            <a:r>
              <a:rPr lang="en-US" b="1" dirty="0" smtClean="0">
                <a:solidFill>
                  <a:srgbClr val="002060"/>
                </a:solidFill>
                <a:latin typeface="Arial Black" pitchFamily="34" charset="0"/>
              </a:rPr>
              <a:t>By </a:t>
            </a:r>
            <a:r>
              <a:rPr lang="en-US" b="1" dirty="0" err="1" smtClean="0">
                <a:solidFill>
                  <a:srgbClr val="002060"/>
                </a:solidFill>
                <a:latin typeface="Arial Black" pitchFamily="34" charset="0"/>
              </a:rPr>
              <a:t>Gulam</a:t>
            </a:r>
            <a:r>
              <a:rPr lang="en-US" b="1" dirty="0" smtClean="0">
                <a:solidFill>
                  <a:srgbClr val="002060"/>
                </a:solidFill>
                <a:latin typeface="Arial Black" pitchFamily="34" charset="0"/>
              </a:rPr>
              <a:t> Khan</a:t>
            </a:r>
            <a:endParaRPr lang="en-IN" b="1" dirty="0">
              <a:solidFill>
                <a:srgbClr val="002060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33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5" y="274638"/>
            <a:ext cx="8579295" cy="1143000"/>
          </a:xfrm>
        </p:spPr>
        <p:txBody>
          <a:bodyPr/>
          <a:lstStyle/>
          <a:p>
            <a:pPr algn="l"/>
            <a:r>
              <a:rPr lang="en-US" b="1" u="sng" dirty="0" smtClean="0">
                <a:latin typeface="Arial Black" pitchFamily="34" charset="0"/>
              </a:rPr>
              <a:t>Data Visualization</a:t>
            </a:r>
            <a:endParaRPr lang="en-IN" b="1" u="sng" dirty="0">
              <a:latin typeface="Arial Black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9" t="19593" r="26435" b="7623"/>
          <a:stretch/>
        </p:blipFill>
        <p:spPr bwMode="auto">
          <a:xfrm>
            <a:off x="107505" y="1340768"/>
            <a:ext cx="8818720" cy="5517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65738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1143000"/>
          </a:xfrm>
        </p:spPr>
        <p:txBody>
          <a:bodyPr/>
          <a:lstStyle/>
          <a:p>
            <a:pPr algn="l"/>
            <a:r>
              <a:rPr lang="en-US" b="1" u="sng" dirty="0" smtClean="0">
                <a:latin typeface="Arial Black" pitchFamily="34" charset="0"/>
              </a:rPr>
              <a:t>SQL Query</a:t>
            </a:r>
            <a:endParaRPr lang="en-IN" b="1" u="sng" dirty="0">
              <a:latin typeface="Arial Black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" t="25771" r="19593" b="-66"/>
          <a:stretch/>
        </p:blipFill>
        <p:spPr bwMode="auto">
          <a:xfrm>
            <a:off x="179512" y="1340768"/>
            <a:ext cx="8964488" cy="5176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44634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1143000"/>
          </a:xfrm>
        </p:spPr>
        <p:txBody>
          <a:bodyPr/>
          <a:lstStyle/>
          <a:p>
            <a:pPr algn="l"/>
            <a:r>
              <a:rPr lang="en-US" b="1" u="sng" dirty="0" smtClean="0">
                <a:latin typeface="Arial Black" pitchFamily="34" charset="0"/>
              </a:rPr>
              <a:t>Python</a:t>
            </a:r>
            <a:endParaRPr lang="en-IN" b="1" u="sng" dirty="0">
              <a:latin typeface="Arial Black" pitchFamily="34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186" t="6214"/>
          <a:stretch/>
        </p:blipFill>
        <p:spPr bwMode="auto">
          <a:xfrm>
            <a:off x="0" y="1196752"/>
            <a:ext cx="8941300" cy="5328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9240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u="sng" dirty="0" smtClean="0">
                <a:latin typeface="Arial Black" pitchFamily="34" charset="0"/>
              </a:rPr>
              <a:t>Excel</a:t>
            </a:r>
            <a:endParaRPr lang="en-IN" b="1" u="sng" dirty="0">
              <a:latin typeface="Arial Black" pitchFamily="34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64" t="5338" r="52328" b="49457"/>
          <a:stretch/>
        </p:blipFill>
        <p:spPr bwMode="auto">
          <a:xfrm>
            <a:off x="179512" y="1412776"/>
            <a:ext cx="8784976" cy="5328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01224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2564904"/>
            <a:ext cx="8435280" cy="4032448"/>
          </a:xfrm>
        </p:spPr>
        <p:txBody>
          <a:bodyPr>
            <a:normAutofit/>
          </a:bodyPr>
          <a:lstStyle/>
          <a:p>
            <a:pPr algn="just"/>
            <a:r>
              <a:rPr lang="en-US" sz="1800" dirty="0" smtClean="0"/>
              <a:t>This Power BI dashboard titled </a:t>
            </a:r>
            <a:r>
              <a:rPr lang="en-US" sz="1800" b="1" dirty="0" smtClean="0"/>
              <a:t>“Students Marks Sheet”</a:t>
            </a:r>
            <a:r>
              <a:rPr lang="en-US" sz="1800" dirty="0" smtClean="0"/>
              <a:t> presents a comprehensive academic performance overview for a group of </a:t>
            </a:r>
            <a:r>
              <a:rPr lang="en-US" sz="1800" b="1" dirty="0" smtClean="0"/>
              <a:t>10 students</a:t>
            </a:r>
            <a:r>
              <a:rPr lang="en-US" sz="1800" dirty="0" smtClean="0"/>
              <a:t>, with filtering available by course (</a:t>
            </a:r>
            <a:r>
              <a:rPr lang="en-US" sz="1800" dirty="0" err="1" smtClean="0"/>
              <a:t>B.Com</a:t>
            </a:r>
            <a:r>
              <a:rPr lang="en-US" sz="1800" dirty="0" smtClean="0"/>
              <a:t>, B.E, BBM, BCA, MBA). It highlights subject-wise performance using key indicators such as minimum and maximum marks: </a:t>
            </a:r>
            <a:r>
              <a:rPr lang="en-US" sz="1800" dirty="0" err="1" smtClean="0"/>
              <a:t>Maths</a:t>
            </a:r>
            <a:r>
              <a:rPr lang="en-US" sz="1800" dirty="0" smtClean="0"/>
              <a:t> (Min 49, Max 94), Chemistry (Min 52, Max 99), Physics (Min 32, Max 98), and Biology (Min 45, Max 95). A pie chart summarizes the </a:t>
            </a:r>
            <a:r>
              <a:rPr lang="en-US" sz="1800" b="1" dirty="0" smtClean="0"/>
              <a:t>total marks distribution by roll number</a:t>
            </a:r>
            <a:r>
              <a:rPr lang="en-US" sz="1800" dirty="0" smtClean="0"/>
              <a:t>, giving a quick visual comparison of overall performance among students.</a:t>
            </a:r>
          </a:p>
          <a:p>
            <a:pPr algn="just"/>
            <a:r>
              <a:rPr lang="en-US" sz="1800" dirty="0" smtClean="0"/>
              <a:t>In terms of outcomes, the dashboard shows strong overall results: </a:t>
            </a:r>
            <a:r>
              <a:rPr lang="en-US" sz="1800" b="1" dirty="0" smtClean="0"/>
              <a:t>100% of students passed</a:t>
            </a:r>
            <a:r>
              <a:rPr lang="en-US" sz="1800" dirty="0" smtClean="0"/>
              <a:t>, with </a:t>
            </a:r>
            <a:r>
              <a:rPr lang="en-US" sz="1800" b="1" dirty="0" smtClean="0"/>
              <a:t>7 students scoring above 90</a:t>
            </a:r>
            <a:r>
              <a:rPr lang="en-US" sz="1800" dirty="0" smtClean="0"/>
              <a:t>, </a:t>
            </a:r>
            <a:r>
              <a:rPr lang="en-US" sz="1800" b="1" dirty="0" smtClean="0"/>
              <a:t>4 students averaging more than 75</a:t>
            </a:r>
            <a:r>
              <a:rPr lang="en-US" sz="1800" dirty="0" smtClean="0"/>
              <a:t>, and </a:t>
            </a:r>
            <a:r>
              <a:rPr lang="en-US" sz="1800" b="1" dirty="0" smtClean="0"/>
              <a:t>2 students failing at least one subject</a:t>
            </a:r>
            <a:r>
              <a:rPr lang="en-US" sz="1800" dirty="0" smtClean="0"/>
              <a:t>. The </a:t>
            </a:r>
            <a:r>
              <a:rPr lang="en-US" sz="1800" b="1" dirty="0" smtClean="0"/>
              <a:t>average total score across all subjects is 296</a:t>
            </a:r>
            <a:r>
              <a:rPr lang="en-US" sz="1800" dirty="0" smtClean="0"/>
              <a:t>, while the </a:t>
            </a:r>
            <a:r>
              <a:rPr lang="en-US" sz="1800" b="1" dirty="0" smtClean="0"/>
              <a:t>highest average score achieved is 99</a:t>
            </a:r>
            <a:r>
              <a:rPr lang="en-US" sz="1800" dirty="0" smtClean="0"/>
              <a:t>, identifying a clear top performer. Overall, the report effectively combines subject-level insights and aggregate metrics to provide a clear snapshot of student achievement and performance trends.</a:t>
            </a:r>
          </a:p>
          <a:p>
            <a:pPr algn="just"/>
            <a:endParaRPr lang="en-IN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sz="4000" b="1" u="sng" dirty="0" smtClean="0">
                <a:latin typeface="Arial Black" pitchFamily="34" charset="0"/>
              </a:rPr>
              <a:t>Summary of data visualization </a:t>
            </a:r>
            <a:endParaRPr lang="en-IN" sz="4000" b="1" u="sng" dirty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960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2780928"/>
            <a:ext cx="8229600" cy="3816424"/>
          </a:xfrm>
        </p:spPr>
        <p:txBody>
          <a:bodyPr/>
          <a:lstStyle/>
          <a:p>
            <a:r>
              <a:rPr lang="en-US" b="1" dirty="0" smtClean="0">
                <a:solidFill>
                  <a:srgbClr val="92D050"/>
                </a:solidFill>
                <a:latin typeface="Arial Black" pitchFamily="34" charset="0"/>
              </a:rPr>
              <a:t>Thank you</a:t>
            </a:r>
            <a:endParaRPr lang="en-IN" b="1" dirty="0">
              <a:solidFill>
                <a:srgbClr val="92D050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7525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55</TotalTime>
  <Words>218</Words>
  <Application>Microsoft Office PowerPoint</Application>
  <PresentationFormat>On-screen Show (4:3)</PresentationFormat>
  <Paragraphs>11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Waveform</vt:lpstr>
      <vt:lpstr> Powerpoint Representation  ON  Student Report Card</vt:lpstr>
      <vt:lpstr>Data Visualization</vt:lpstr>
      <vt:lpstr>SQL Query</vt:lpstr>
      <vt:lpstr>Python</vt:lpstr>
      <vt:lpstr>Excel</vt:lpstr>
      <vt:lpstr>Summary of data visualization 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Report Card</dc:title>
  <dc:creator>Admin</dc:creator>
  <cp:lastModifiedBy>Admin</cp:lastModifiedBy>
  <cp:revision>6</cp:revision>
  <dcterms:created xsi:type="dcterms:W3CDTF">2025-12-24T06:44:20Z</dcterms:created>
  <dcterms:modified xsi:type="dcterms:W3CDTF">2025-12-24T07:39:50Z</dcterms:modified>
</cp:coreProperties>
</file>